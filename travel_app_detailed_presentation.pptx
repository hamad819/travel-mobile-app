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Travel App UI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Android App Design + Development</a:t>
            </a:r>
          </a:p>
          <a:p>
            <a:r>
              <a:t>Figma to Android Studio</a:t>
            </a:r>
          </a:p>
          <a:p>
            <a:r>
              <a:t>Professional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travel mobile application.</a:t>
            </a:r>
          </a:p>
          <a:p>
            <a:r>
              <a:t>Users can explore destinations, view details, and book trips.</a:t>
            </a:r>
          </a:p>
          <a:p>
            <a:r>
              <a:t>UI is designed in Figma and implemented in Android Studio.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modern mobile UI</a:t>
            </a:r>
          </a:p>
          <a:p>
            <a:r>
              <a:t>• Provide smooth user experience</a:t>
            </a:r>
          </a:p>
          <a:p>
            <a:r>
              <a:t>• Easy navigation</a:t>
            </a:r>
          </a:p>
          <a:p>
            <a:r>
              <a:t>• Real-world travel app 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Design:</a:t>
            </a:r>
          </a:p>
          <a:p>
            <a:r>
              <a:t>• Figma</a:t>
            </a:r>
          </a:p>
          <a:p/>
          <a:p>
            <a:r>
              <a:t>Development:</a:t>
            </a:r>
          </a:p>
          <a:p>
            <a:r>
              <a:t>• Android Studio</a:t>
            </a:r>
          </a:p>
          <a:p>
            <a:r>
              <a:t>• XML (UI Design)</a:t>
            </a:r>
          </a:p>
          <a:p>
            <a:r>
              <a:t>• Java / Kotlin</a:t>
            </a:r>
          </a:p>
          <a:p/>
          <a:p>
            <a:r>
              <a:t>Other:</a:t>
            </a:r>
          </a:p>
          <a:p>
            <a:r>
              <a:t>• APIs (future use)</a:t>
            </a:r>
          </a:p>
          <a:p>
            <a:r>
              <a:t>• Firebase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Figma Design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Wireframing and prototyping</a:t>
            </a:r>
          </a:p>
          <a:p>
            <a:r>
              <a:t>• Color palette selection</a:t>
            </a:r>
          </a:p>
          <a:p>
            <a:r>
              <a:t>• Typography setup</a:t>
            </a:r>
          </a:p>
          <a:p>
            <a:r>
              <a:t>• UI components (buttons, cards, icons)</a:t>
            </a:r>
          </a:p>
          <a:p>
            <a:r>
              <a:t>• Responsive mobile 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Android Studio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built using XML layouts</a:t>
            </a:r>
          </a:p>
          <a:p>
            <a:r>
              <a:t>• Activities and fragments used</a:t>
            </a:r>
          </a:p>
          <a:p>
            <a:r>
              <a:t>• Navigation between screens</a:t>
            </a:r>
          </a:p>
          <a:p>
            <a:r>
              <a:t>• Backend logic with Java/Kotlin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Screens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Welcome Screen</a:t>
            </a:r>
          </a:p>
          <a:p>
            <a:r>
              <a:t>2. Home Screen</a:t>
            </a:r>
          </a:p>
          <a:p>
            <a:r>
              <a:t>3. Search Screen</a:t>
            </a:r>
          </a:p>
          <a:p>
            <a:r>
              <a:t>4. Place Details Screen</a:t>
            </a:r>
          </a:p>
          <a:p>
            <a:r>
              <a:t>5. Login/Signup Screen</a:t>
            </a:r>
          </a:p>
          <a:p>
            <a:r>
              <a:t>6. Category Selection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 introduction</a:t>
            </a:r>
          </a:p>
          <a:p>
            <a:r>
              <a:t>• Attractive image</a:t>
            </a:r>
          </a:p>
          <a:p>
            <a:r>
              <a:t>• Register button</a:t>
            </a:r>
          </a:p>
          <a:p>
            <a:r>
              <a:t>• First impression for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Search bar</a:t>
            </a:r>
          </a:p>
          <a:p>
            <a:r>
              <a:t>• Popular places</a:t>
            </a:r>
          </a:p>
          <a:p>
            <a:r>
              <a:t>• Categories</a:t>
            </a:r>
          </a:p>
          <a:p>
            <a:r>
              <a:t>• Navigation menu</a:t>
            </a:r>
          </a:p>
          <a:p>
            <a:r>
              <a:t>• User-friendly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 Details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Place image</a:t>
            </a:r>
          </a:p>
          <a:p>
            <a:r>
              <a:t>• Description</a:t>
            </a:r>
          </a:p>
          <a:p>
            <a:r>
              <a:t>• Rating</a:t>
            </a:r>
          </a:p>
          <a:p>
            <a:r>
              <a:t>• Price</a:t>
            </a:r>
          </a:p>
          <a:p>
            <a:r>
              <a:t>• Booking button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&amp; Signup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authentication</a:t>
            </a:r>
          </a:p>
          <a:p>
            <a:r>
              <a:t>• Email login</a:t>
            </a:r>
          </a:p>
          <a:p>
            <a:r>
              <a:t>• Social login (Google, Facebook)</a:t>
            </a:r>
          </a:p>
          <a:p>
            <a:r>
              <a:t>• Simple and clean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 app</a:t>
            </a:r>
          </a:p>
          <a:p>
            <a:r>
              <a:t>2. Register/Login</a:t>
            </a:r>
          </a:p>
          <a:p>
            <a:r>
              <a:t>3. Explore destinations</a:t>
            </a:r>
          </a:p>
          <a:p>
            <a:r>
              <a:t>4. View details</a:t>
            </a:r>
          </a:p>
          <a:p>
            <a:r>
              <a:t>5. Book a trip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Simplicity</a:t>
            </a:r>
          </a:p>
          <a:p>
            <a:r>
              <a:t>• Consistency</a:t>
            </a:r>
          </a:p>
          <a:p>
            <a:r>
              <a:t>• Easy navigation</a:t>
            </a:r>
          </a:p>
          <a:p>
            <a:r>
              <a:t>• Attractive visuals</a:t>
            </a:r>
          </a:p>
          <a:p>
            <a:r>
              <a:t>• Fast interaction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booking system</a:t>
            </a:r>
          </a:p>
          <a:p>
            <a:r>
              <a:t>• Payment integration</a:t>
            </a:r>
          </a:p>
          <a:p>
            <a:r>
              <a:t>• Map integration</a:t>
            </a:r>
          </a:p>
          <a:p>
            <a:r>
              <a:t>• AI recommendations</a:t>
            </a:r>
          </a:p>
          <a:p>
            <a:r>
              <a:t>• Multi-language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shows a complete flow from design (Figma) to development (Android Studio).</a:t>
            </a:r>
          </a:p>
          <a:p>
            <a:r>
              <a:t>It represents a real-world travel application concept.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